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11612880" cy="457200"/>
          </a:xfrm>
          <a:prstGeom prst="roundRect">
            <a:avLst/>
          </a:prstGeom>
          <a:solidFill>
            <a:srgbClr val="212121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HiP-AD Architecture + Gradient Conflict Measurement Groups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914400"/>
            <a:ext cx="45720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</a:rPr>
              <a:t>6x Camera Images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4114800" cy="502920"/>
          </a:xfrm>
          <a:prstGeom prst="roundRect">
            <a:avLst/>
          </a:prstGeom>
          <a:solidFill>
            <a:srgbClr val="FFB3B3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</a:rPr>
              <a:t>img_backbone (ResNet-50)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417320"/>
            <a:ext cx="4114800" cy="502920"/>
          </a:xfrm>
          <a:prstGeom prst="roundRect">
            <a:avLst/>
          </a:prstGeom>
          <a:solidFill>
            <a:srgbClr val="FFB3B3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</a:rPr>
              <a:t>img_neck (FPN)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1664208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5760" y="1325880"/>
            <a:ext cx="9326880" cy="685800"/>
          </a:xfrm>
          <a:prstGeom prst="roundRect">
            <a:avLst/>
          </a:prstGeom>
          <a:noFill/>
          <a:ln w="31750">
            <a:solidFill>
              <a:srgbClr val="D32F2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0" y="15316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32F2F"/>
                </a:solidFill>
              </a:rPr>
              <a:t>Group 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86600" y="205740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72200" y="2194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</a:rPr>
              <a:t>Multi-scale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2011680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</a:rPr>
              <a:t>det queries (900)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468880"/>
            <a:ext cx="2011680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</a:rPr>
              <a:t>map queries (100)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468880"/>
            <a:ext cx="2011680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</a:rPr>
              <a:t>plan queries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468880"/>
            <a:ext cx="2011680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</a:rPr>
              <a:t>ego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464"/>
                </a:solidFill>
              </a:rPr>
              <a:t>Instance Banks
(task-specific)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17520"/>
            <a:ext cx="2011680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</a:rPr>
              <a:t>det_anchor_enc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017520"/>
            <a:ext cx="2011680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</a:rPr>
              <a:t>map_anchor_enc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017520"/>
            <a:ext cx="2011680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</a:rPr>
              <a:t>plan_anchor_enc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017520"/>
            <a:ext cx="2011680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</a:rPr>
              <a:t>ego_anchor_enc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66160"/>
            <a:ext cx="8778240" cy="320040"/>
          </a:xfrm>
          <a:prstGeom prst="roundRect">
            <a:avLst/>
          </a:prstGeom>
          <a:solidFill>
            <a:srgbClr val="E8EAF6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</a:rPr>
              <a:t>CONCAT  [ det | map | plan | ego ]  →  [B, N_total, 256]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050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6464"/>
                </a:solidFill>
              </a:rPr>
              <a:t>Decoder Cycle (×6)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06240"/>
            <a:ext cx="5029200" cy="411480"/>
          </a:xfrm>
          <a:prstGeom prst="roundRect">
            <a:avLst/>
          </a:prstGeom>
          <a:solidFill>
            <a:srgbClr val="E0E0E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</a:rPr>
              <a:t>temp_gnn (TemporalSeparateAttn)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2062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6464"/>
                </a:solidFill>
              </a:rPr>
              <a:t>det↔det, map↔map, plan/ego↔det,map
(per-group weights, not measured)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754880"/>
            <a:ext cx="5029200" cy="411480"/>
          </a:xfrm>
          <a:prstGeom prst="roundRect">
            <a:avLst/>
          </a:prstGeom>
          <a:solidFill>
            <a:srgbClr val="E0E0E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</a:rPr>
              <a:t>gnn (SeparateAttention)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4754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6464"/>
                </a:solidFill>
              </a:rPr>
              <a:t>det self-attn, map self-attn (independent weights)
(per-group weights, not measured)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303520"/>
            <a:ext cx="5029200" cy="320040"/>
          </a:xfrm>
          <a:prstGeom prst="roundRect">
            <a:avLst/>
          </a:prstGeom>
          <a:solidFill>
            <a:srgbClr val="D9B3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</a:rPr>
              <a:t>fc_before  Linear(256→512)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6464"/>
                </a:solidFill>
              </a:rPr>
              <a:t>decouple_attn value projection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715000"/>
            <a:ext cx="5029200" cy="411480"/>
          </a:xfrm>
          <a:prstGeom prst="roundRect">
            <a:avLst/>
          </a:prstGeom>
          <a:solidFill>
            <a:srgbClr val="FFE0B3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</a:rPr>
              <a:t>inter_gnn (InteractiveAttn)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715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464"/>
                </a:solidFill>
              </a:rPr>
              <a:t>plan/ego → det/map (unidirectional cross-attention)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669280"/>
            <a:ext cx="5212080" cy="502920"/>
          </a:xfrm>
          <a:prstGeom prst="roundRect">
            <a:avLst/>
          </a:prstGeom>
          <a:noFill/>
          <a:ln w="31750">
            <a:solidFill>
              <a:srgbClr val="E651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57835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5100"/>
                </a:solidFill>
              </a:rPr>
              <a:t>Group 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263640"/>
            <a:ext cx="5029200" cy="320040"/>
          </a:xfrm>
          <a:prstGeom prst="roundRect">
            <a:avLst/>
          </a:prstGeom>
          <a:solidFill>
            <a:srgbClr val="D9B3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</a:rPr>
              <a:t>fc_after  Linear(512→256)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5257800"/>
            <a:ext cx="5212080" cy="1371600"/>
          </a:xfrm>
          <a:prstGeom prst="roundRect">
            <a:avLst/>
          </a:prstGeom>
          <a:noFill/>
          <a:ln w="31750">
            <a:solidFill>
              <a:srgbClr val="7B1FA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5806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B1FA2"/>
                </a:solidFill>
              </a:rPr>
              <a:t>Group 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675120"/>
            <a:ext cx="5029200" cy="320040"/>
          </a:xfrm>
          <a:prstGeom prst="roundRect">
            <a:avLst/>
          </a:prstGeom>
          <a:solidFill>
            <a:srgbClr val="B3D9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</a:rPr>
              <a:t>norm (LayerNorm)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6675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6464"/>
                </a:solidFill>
              </a:rPr>
              <a:t>all task queries concat → same LN weights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7040880"/>
            <a:ext cx="8778240" cy="274320"/>
          </a:xfrm>
          <a:prstGeom prst="roundRect">
            <a:avLst/>
          </a:prstGeom>
          <a:solidFill>
            <a:srgbClr val="E8EAF6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</a:rPr>
              <a:t>SPLIT → det / map / plan / ego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7360920"/>
            <a:ext cx="2011680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</a:rPr>
              <a:t>det_deformable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0" y="7360920"/>
            <a:ext cx="2011680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</a:rPr>
              <a:t>map_deformable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0" y="7360920"/>
            <a:ext cx="2011680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</a:rPr>
              <a:t>plan_deformable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7360920"/>
            <a:ext cx="2011680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</a:rPr>
              <a:t>ego_deformable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7360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6464"/>
                </a:solidFill>
              </a:rPr>
              <a:t>Image feat extraction
(task-specific)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7909560"/>
            <a:ext cx="8778240" cy="274320"/>
          </a:xfrm>
          <a:prstGeom prst="roundRect">
            <a:avLst/>
          </a:prstGeom>
          <a:solidFill>
            <a:srgbClr val="E8EAF6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</a:rPr>
              <a:t>CONCAT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8229600"/>
            <a:ext cx="5029200" cy="320040"/>
          </a:xfrm>
          <a:prstGeom prst="roundRect">
            <a:avLst/>
          </a:prstGeom>
          <a:solidFill>
            <a:srgbClr val="B3D9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</a:rPr>
              <a:t>ffn (AsymmetricFFN)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8229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6464"/>
                </a:solidFill>
              </a:rPr>
              <a:t>all task queries concat → same FFN weights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8595360"/>
            <a:ext cx="5029200" cy="320040"/>
          </a:xfrm>
          <a:prstGeom prst="roundRect">
            <a:avLst/>
          </a:prstGeom>
          <a:solidFill>
            <a:srgbClr val="B3D9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</a:rPr>
              <a:t>norm (LayerNorm)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6629400"/>
            <a:ext cx="5212080" cy="2331720"/>
          </a:xfrm>
          <a:prstGeom prst="roundRect">
            <a:avLst/>
          </a:prstGeom>
          <a:noFill/>
          <a:ln w="31750">
            <a:solidFill>
              <a:srgbClr val="1565C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15000" y="76581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565C0"/>
                </a:solidFill>
              </a:rPr>
              <a:t>Group B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8961120"/>
            <a:ext cx="8778240" cy="274320"/>
          </a:xfrm>
          <a:prstGeom prst="roundRect">
            <a:avLst/>
          </a:prstGeom>
          <a:solidFill>
            <a:srgbClr val="E8EAF6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</a:rPr>
              <a:t>SPLIT → det / map / plan / ego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9281160"/>
            <a:ext cx="2011680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</a:rPr>
              <a:t>det_refine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0" y="9281160"/>
            <a:ext cx="2011680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</a:rPr>
              <a:t>map_refine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0" y="9281160"/>
            <a:ext cx="2011680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</a:rPr>
              <a:t>plan_refine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0" y="9281160"/>
            <a:ext cx="2011680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</a:rPr>
              <a:t>ego_refine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822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Legend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01200" y="1097280"/>
            <a:ext cx="274320" cy="201168"/>
          </a:xfrm>
          <a:prstGeom prst="roundRect">
            <a:avLst/>
          </a:prstGeom>
          <a:solidFill>
            <a:srgbClr val="FFB3B3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1240" y="10972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</a:rPr>
              <a:t>Group A: backbone+neck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01200" y="1389888"/>
            <a:ext cx="274320" cy="201168"/>
          </a:xfrm>
          <a:prstGeom prst="roundRect">
            <a:avLst/>
          </a:prstGeom>
          <a:solidFill>
            <a:srgbClr val="B3D9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21240" y="13898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</a:rPr>
              <a:t>Group B: norm+ffn (CORE)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01200" y="1682496"/>
            <a:ext cx="274320" cy="201168"/>
          </a:xfrm>
          <a:prstGeom prst="roundRect">
            <a:avLst/>
          </a:prstGeom>
          <a:solidFill>
            <a:srgbClr val="D9B3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21240" y="168249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</a:rPr>
              <a:t>Group C: fc_before/after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01200" y="1975104"/>
            <a:ext cx="274320" cy="201168"/>
          </a:xfrm>
          <a:prstGeom prst="roundRect">
            <a:avLst/>
          </a:prstGeom>
          <a:solidFill>
            <a:srgbClr val="FFE0B3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21240" y="19751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</a:rPr>
              <a:t>Group D: inter_gnn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01200" y="2267712"/>
            <a:ext cx="274320" cy="201168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21240" y="22677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</a:rPr>
              <a:t>Task-specific (not measured)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01200" y="2560320"/>
            <a:ext cx="274320" cy="201168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21240" y="25603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</a:rPr>
              <a:t>Separate attn (not measured)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11612880" cy="548640"/>
          </a:xfrm>
          <a:prstGeom prst="roundRect">
            <a:avLst/>
          </a:prstGeom>
          <a:solidFill>
            <a:srgbClr val="D32F2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</a:rPr>
              <a:t>Group A: Backbone + 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Layers in this group: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457200"/>
          </a:xfrm>
          <a:prstGeom prst="roundRect">
            <a:avLst/>
          </a:prstGeom>
          <a:solidFill>
            <a:srgbClr val="FFB3B3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</a:rPr>
              <a:t>img_backbone (ResNet-50)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64"/>
                </a:solidFill>
              </a:rPr>
              <a:t>Pretrained image feature extractor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5727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~23.5M params, 4 residual stages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5029200" cy="457200"/>
          </a:xfrm>
          <a:prstGeom prst="roundRect">
            <a:avLst/>
          </a:prstGeom>
          <a:solidFill>
            <a:srgbClr val="FFB3B3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</a:rPr>
              <a:t>img_neck (FPN)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64"/>
                </a:solidFill>
              </a:rPr>
              <a:t>Feature Pyramid Network for multi-scale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214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~6.5M params, 4 lateral + 4 fpn convs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Sharing Level: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51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</a:rPr>
              <a:t>ALL tasks share (complete sharing)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Why measure: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All task losses backprop through these layers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If task gradients conflict here, image features get corrupted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Stage1 pretrained weights may be degraded by new task gradients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Data Flow: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</a:rPr>
              <a:t>Camera Images → ResNet-50 → FPN → Multi-scale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</a:rPr>
              <a:t>                                   └→ used by ALL task deformable modules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94960"/>
            <a:ext cx="10515600" cy="1097280"/>
          </a:xfrm>
          <a:prstGeom prst="roundRect">
            <a:avLst/>
          </a:prstGeom>
          <a:solidFill>
            <a:srgbClr val="FFFDE7"/>
          </a:solidFill>
          <a:ln w="12700">
            <a:solidFill>
              <a:srgbClr val="C8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864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68200"/>
                </a:solidFill>
              </a:rPr>
              <a:t>Notes: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</a:rPr>
              <a:t>• Task head에서 가장 먼 위치 → gradient가 희석(dilute)될 수 있음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</a:rPr>
              <a:t>• Stage1에서 충분히 학습된 weight → stage2에서 큰 변화가 오면 문제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7220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</a:rPr>
              <a:t>• depth_loss도 backbone으로 직접 grad 전파 (auxiliary supervision)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11612880" cy="548640"/>
          </a:xfrm>
          <a:prstGeom prst="roundRect">
            <a:avLst/>
          </a:prstGeom>
          <a:solidFill>
            <a:srgbClr val="1565C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</a:rPr>
              <a:t>Group B: Decoder Norm + FFN (Core Shared Layers)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Layers in this group: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457200"/>
          </a:xfrm>
          <a:prstGeom prst="roundRect">
            <a:avLst/>
          </a:prstGeom>
          <a:solidFill>
            <a:srgbClr val="B3D9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</a:rPr>
              <a:t>norm (LayerNorm)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64"/>
                </a:solidFill>
              </a:rPr>
              <a:t>All task queries concatenated → same LN weights applied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5727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12 instances across 6 cycles, indices: [3,8,15,20,27,32,39,44,51,56,63,68]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5029200" cy="457200"/>
          </a:xfrm>
          <a:prstGeom prst="roundRect">
            <a:avLst/>
          </a:prstGeom>
          <a:solidFill>
            <a:srgbClr val="B3D9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</a:rPr>
              <a:t>ffn (AsymmetricFFN)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64"/>
                </a:solidFill>
              </a:rPr>
              <a:t>All task queries concatenated → same FFN weights applied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214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6 instances across 6 cycles, indices: [7,19,31,43,55,67]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Sharing Level: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51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</a:rPr>
              <a:t>ALL tasks share (complete sharing) — CORE CONFLICT 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Why measure: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ALL task queries are concatenated [det|map|plan|ego] and processed by identical weights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If det gradient pulls norm/ffn in direction A, but plan pulls in direction -A → direct conflict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This is the most likely cause of stage1 performance degradation in stage2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FFN has large parameter count → high capacity for conflict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Data Flow: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</a:rPr>
              <a:t>CONCAT [det|map|plan|ego] → norm → (split→deformable→concat) → ffn → norm →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</a:rPr>
              <a:t>det query와 plan query가 같은 FFN weight를 통과 → gradient 방향 충돌 시 양쪽 모두 성능 저하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669280"/>
            <a:ext cx="10515600" cy="1097280"/>
          </a:xfrm>
          <a:prstGeom prst="roundRect">
            <a:avLst/>
          </a:prstGeom>
          <a:solidFill>
            <a:srgbClr val="FFFDE7"/>
          </a:solidFill>
          <a:ln w="12700">
            <a:solidFill>
              <a:srgbClr val="C8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68200"/>
                </a:solidFill>
              </a:rPr>
              <a:t>Notes: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</a:rPr>
              <a:t>• Section 2 결과: map vs plan cos_sim = -0.0998 (가장 큰 conflict) → 이 레이어에서 확인 필요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1792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</a:rPr>
              <a:t>• Epoch 진행에 따라 conflict가 증가/감소하는지 추적 (1ep, 2ep, 3ep)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</a:rPr>
              <a:t>• det vs plan, det vs map conflict도 여기서 발생할 가능성 높음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11612880" cy="548640"/>
          </a:xfrm>
          <a:prstGeom prst="roundRect">
            <a:avLst/>
          </a:prstGeom>
          <a:solidFill>
            <a:srgbClr val="7B1FA2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</a:rPr>
              <a:t>Group C: fc_before + fc_after (Decouple Attention Projection)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Layers in this group: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457200"/>
          </a:xfrm>
          <a:prstGeom prst="roundRect">
            <a:avLst/>
          </a:prstGeom>
          <a:solidFill>
            <a:srgbClr val="D9B3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</a:rPr>
              <a:t>fc_before  Linear(256→512)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64"/>
                </a:solidFill>
              </a:rPr>
              <a:t>Value feature dimension doubling before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5727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256×512 = 131,072 params (no bias)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5029200" cy="457200"/>
          </a:xfrm>
          <a:prstGeom prst="roundRect">
            <a:avLst/>
          </a:prstGeom>
          <a:solidFill>
            <a:srgbClr val="D9B3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</a:rPr>
              <a:t>fc_after  Linear(512→256)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64"/>
                </a:solidFill>
              </a:rPr>
              <a:t>Attention output projection back to embed_dims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214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512×256 = 131,072 params (no bias)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Sharing Level: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51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B1FA2"/>
                </a:solidFill>
              </a:rPr>
              <a:t>ALL tasks share (complete sharing)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Why measure: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decouple_attn=True → attention value/output이 이 projection을 공유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gnn/inter_gnn 모두 이 fc를 경유 → 모든 attention의 bottleneck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Parameter 수는 적지만 모든 attention module이 공유하므로 영향력 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Data Flow: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</a:rPr>
              <a:t>query → fc_before(256→512) → [gnn / inter_gnn attention] → fc_after(512→256) →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</a:rPr>
              <a:t>모든 task의 attention value가 동일한 projection을 공유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94960"/>
            <a:ext cx="10515600" cy="1097280"/>
          </a:xfrm>
          <a:prstGeom prst="roundRect">
            <a:avLst/>
          </a:prstGeom>
          <a:solidFill>
            <a:srgbClr val="FFFDE7"/>
          </a:solidFill>
          <a:ln w="12700">
            <a:solidFill>
              <a:srgbClr val="C8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864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68200"/>
                </a:solidFill>
              </a:rPr>
              <a:t>Notes: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</a:rPr>
              <a:t>• independent_gnn=True이지만 fc_before/fc_after는 하나만 존재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</a:rPr>
              <a:t>• gnn이 per-group weight여도 fc_before/after에서 간접적 충돌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7220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</a:rPr>
              <a:t>• 작은 parameter 수(262K) 대비 높은 gradient traffic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11612880" cy="548640"/>
          </a:xfrm>
          <a:prstGeom prst="roundRect">
            <a:avLst/>
          </a:prstGeom>
          <a:solidFill>
            <a:srgbClr val="E6510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</a:rPr>
              <a:t>Group D: inter_gnn (Interactive Cross-Task Attention)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Layers in this group: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457200"/>
          </a:xfrm>
          <a:prstGeom prst="roundRect">
            <a:avLst/>
          </a:prstGeom>
          <a:solidFill>
            <a:srgbClr val="FFE0B3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</a:rPr>
              <a:t>inter_gnn (InteractiveAttention)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64"/>
                </a:solidFill>
              </a:rPr>
              <a:t>plan/ego queries attend TO det/map features (unidirectional)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5727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6 instances, indices: [2,14,26,38,50,62], MultiheadFlashAttention(256-dim)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Sharing Level: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03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5100"/>
                </a:solidFill>
              </a:rPr>
              <a:t>Cross-task interaction (plan/ego → det/map, unidirectional)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Why measure: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plan/ego가 det/map feature를 key/value로 사용 → plan loss가 det/map representation을 왜곡할 수 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plan loss backprop → inter_gnn K/V projection → det/map feature에 gradient 전파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det/map의 성능 저하가 이 경로를 통해 발생할 수 있음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Data Flow: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</a:rPr>
              <a:t>Query: [plan, ego]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</a:rPr>
              <a:t>Key/Value: [det, map] features  ← plan loss가 여기로 backprop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</a:rPr>
              <a:t>Output: plan/ego의 updated features (det/map는 변경되지 않음, 하지만 gradient는 전파)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10515600" cy="1371600"/>
          </a:xfrm>
          <a:prstGeom prst="roundRect">
            <a:avLst/>
          </a:prstGeom>
          <a:solidFill>
            <a:srgbClr val="FFFDE7"/>
          </a:solidFill>
          <a:ln w="12700">
            <a:solidFill>
              <a:srgbClr val="C8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212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68200"/>
                </a:solidFill>
              </a:rPr>
              <a:t>Notes: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406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</a:rPr>
              <a:t>• 단방향: plan/ego가 det/map을 attend. det/map은 plan/ego를 attend하지 않음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</a:rPr>
              <a:t>• Forward에서 det/map feature는 불변이지만, backward에서 gradient는 det/map으로 전파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978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</a:rPr>
              <a:t>• temp_gnn group2 (plan/ego↔det,map)도 유사한 구조이지만 별도 측정 대상에서는 제외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264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</a:rPr>
              <a:t>• motion은 query_select에 없으므로 inter_gnn을 경유하지 않음 (det에서 파생)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